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LECTURER ONLY. Do not upload to the public repository. Show at 3:05 after the briefing slide.
MARKING GUIDE (0 to 5 each; ideas, not grammar; any sound decision with a clear reason earns full marks).
Q1 (morning: CIA, threat, vulnerability, risk; rehearsed in A1.1, A1.2). Vulnerability: one password shared by many people. Threat: a criminal who guesses or steals passwords, or an angry former staff member. Risk: the threat could use the shared password to see or change accounts or customer data. CIA: confidentiality is the expected answer (data seen by the wrong person); accept integrity if the student argues that figures could be changed and nobody would know who did it. 5 = all three risk words correct, a CIA choice and a reason tied to TeaLeaf.
Q2 (afternoon: malware and attackers; rehearsed in A1.4, A1.5). Ransomware; most likely a criminal; wants money. Extra credit within the 5: links to availability (staff cannot use the files). 5 = all three parts with a short reason for the attacker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1  |  Session 11.2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Q1  (5 marks)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627632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TeaLeaf accounts staff share one password. Name the vulnerability, one threat that could use it, and the risk. Which part of CIA would suffer most? Explain why.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Q2  (5 marks)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410712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TeaLeaf computer shows: "Your files are locked. Pay to get them back." What type of malware is this? Which attacker is most likely behind it, and what do they want?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1 (lecturer only)</dc:title>
  <dc:subject>PptxGenJS Presentation</dc:subject>
  <dc:creator>NIBM SOCE</dc:creator>
  <cp:lastModifiedBy>NIBM SOCE</cp:lastModifiedBy>
  <cp:revision>1</cp:revision>
  <dcterms:created xsi:type="dcterms:W3CDTF">2026-09-28T19:06:13Z</dcterms:created>
  <dcterms:modified xsi:type="dcterms:W3CDTF">2026-09-28T19:06:13Z</dcterms:modified>
</cp:coreProperties>
</file>